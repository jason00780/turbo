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P2lrB3W2v5AvGhtYREjAS8ZQT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itle">
  <p:cSld name="Dark 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  <a:defRPr b="1" i="0" sz="40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  <a:defRPr b="1" i="0" sz="30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</a:pPr>
            <a:r>
              <a:rPr b="1" lang="en-US" sz="4000">
                <a:solidFill>
                  <a:schemeClr val="lt1"/>
                </a:solidFill>
              </a:rPr>
              <a:t>網紅推廣平台一覽</a:t>
            </a:r>
            <a:endParaRPr sz="4000"/>
          </a:p>
        </p:txBody>
      </p: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en-US" sz="1600">
                <a:solidFill>
                  <a:schemeClr val="accent2"/>
                </a:solidFill>
              </a:rPr>
              <a:t>香港市場常用嘅 KOL 配對及推廣平台同功能 · 2026 年 10 月</a:t>
            </a:r>
            <a:endParaRPr sz="1600"/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"/>
            <a:ext cx="640080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香港網紅推廣：IG 為主，小紅書急升</a:t>
            </a:r>
            <a:endParaRPr sz="3000"/>
          </a:p>
        </p:txBody>
      </p:sp>
      <p:sp>
        <p:nvSpPr>
          <p:cNvPr id="32" name="Google Shape;32;p2"/>
          <p:cNvSpPr/>
          <p:nvPr/>
        </p:nvSpPr>
        <p:spPr>
          <a:xfrm>
            <a:off x="548640" y="1371600"/>
            <a:ext cx="2514600" cy="265176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777240" y="164592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Microsoft JhengHei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45.3%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77240" y="274320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Instagram 佔香港網紅推廣份額（2025）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91840" y="1371600"/>
            <a:ext cx="2514600" cy="265176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3520440" y="164592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Microsoft JhengHei"/>
              <a:buNone/>
            </a:pPr>
            <a:r>
              <a:rPr b="1" i="0" lang="en-US" sz="4400" u="none" cap="none" strike="noStrike"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29.2%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3520440" y="274320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小紅書佔香港網紅推廣活動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035040" y="1371600"/>
            <a:ext cx="2514600" cy="265176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263640" y="164592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Microsoft JhengHei"/>
              <a:buNone/>
            </a:pPr>
            <a:r>
              <a:rPr b="1" i="0" lang="en-US" sz="44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2.67%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263640" y="274320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IG Nano 網紅中位互動率（全港最高）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48640" y="43434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資料來源：AnyMind《State of Influence in Asia 2026》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" name="Google Shape;42;p2"/>
          <p:cNvSpPr txBox="1"/>
          <p:nvPr>
            <p:ph idx="4294967295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五類推廣平台，按預算同自主程度揀</a:t>
            </a:r>
            <a:endParaRPr sz="3000"/>
          </a:p>
        </p:txBody>
      </p:sp>
      <p:sp>
        <p:nvSpPr>
          <p:cNvPr id="49" name="Google Shape;49;p3"/>
          <p:cNvSpPr/>
          <p:nvPr/>
        </p:nvSpPr>
        <p:spPr>
          <a:xfrm>
            <a:off x="548640" y="1280160"/>
            <a:ext cx="1499616" cy="3108960"/>
          </a:xfrm>
          <a:prstGeom prst="roundRect">
            <a:avLst>
              <a:gd fmla="val 6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024128" y="1463040"/>
            <a:ext cx="548640" cy="5486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288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/>
        </p:nvSpPr>
        <p:spPr>
          <a:xfrm>
            <a:off x="658368" y="21488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自助配對平台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58368" y="283464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自己搵網紅、傾價、落單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658368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1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Collabstr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185416" y="1280160"/>
            <a:ext cx="1499616" cy="3108960"/>
          </a:xfrm>
          <a:prstGeom prst="roundRect">
            <a:avLst>
              <a:gd fmla="val 6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660904" y="1463040"/>
            <a:ext cx="548640" cy="5486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8064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/>
        </p:nvSpPr>
        <p:spPr>
          <a:xfrm>
            <a:off x="2295144" y="21488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數據搜尋 / 分析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2295144" y="283464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篩選網紅、追蹤成效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295144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1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Kolr、AnyTag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822192" y="1280160"/>
            <a:ext cx="1499616" cy="3108960"/>
          </a:xfrm>
          <a:prstGeom prst="roundRect">
            <a:avLst>
              <a:gd fmla="val 6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3931920" y="21488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官方創作者市集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3931920" y="283464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社交平台自家合作工具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3931920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1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IG、TikTok、小紅書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58968" y="1280160"/>
            <a:ext cx="1499616" cy="3108960"/>
          </a:xfrm>
          <a:prstGeom prst="roundRect">
            <a:avLst>
              <a:gd fmla="val 6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934456" y="1463040"/>
            <a:ext cx="548640" cy="5486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616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5568696" y="21488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Affiliate 分銷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5568696" y="283464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按成交俾佣金，前期成本低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5568696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1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聯盟營銷平台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095744" y="1280160"/>
            <a:ext cx="1499616" cy="3108960"/>
          </a:xfrm>
          <a:prstGeom prst="roundRect">
            <a:avLst>
              <a:gd fmla="val 6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571232" y="1463040"/>
            <a:ext cx="548640" cy="5486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8392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7205472" y="214884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Agency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205472" y="283464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一條龍策劃執行，收費最高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205472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1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本地代理公司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3"/>
          <p:cNvSpPr txBox="1"/>
          <p:nvPr>
            <p:ph idx="4294967295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Collabstr：自助搵網紅，唔使經 Agency</a:t>
            </a:r>
            <a:endParaRPr sz="3000"/>
          </a:p>
        </p:txBody>
      </p:sp>
      <p:sp>
        <p:nvSpPr>
          <p:cNvPr id="86" name="Google Shape;86;p4"/>
          <p:cNvSpPr/>
          <p:nvPr/>
        </p:nvSpPr>
        <p:spPr>
          <a:xfrm>
            <a:off x="548640" y="1234440"/>
            <a:ext cx="3017520" cy="324612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5087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822960" y="2148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自助配對平台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822960" y="2560320"/>
            <a:ext cx="2514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網上網紅市集，品牌可以自己搜尋香港網紅並直接下單合作，平台本身免費開 campaign。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93192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主要功能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4297680" y="17373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按平台（IG / TikTok / YouTube / UGC）同類別篩選網紅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2350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4297680" y="22860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網紅經平台審核先上架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2898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 txBox="1"/>
          <p:nvPr/>
        </p:nvSpPr>
        <p:spPr>
          <a:xfrm>
            <a:off x="4297680" y="283464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款項由平台暫存，批准內容先放款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3447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 txBox="1"/>
          <p:nvPr/>
        </p:nvSpPr>
        <p:spPr>
          <a:xfrm>
            <a:off x="4297680" y="338328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內容直接喺平台交收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3931920" y="4069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適合：</a:t>
            </a:r>
            <a:r>
              <a:rPr b="0" i="0" lang="en-US" sz="13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細預算、想自己試水嘅小店或 app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0" name="Google Shape;100;p4"/>
          <p:cNvSpPr txBox="1"/>
          <p:nvPr>
            <p:ph idx="4294967295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Kolr：用 AI 揀網紅、估成效</a:t>
            </a:r>
            <a:endParaRPr sz="3000"/>
          </a:p>
        </p:txBody>
      </p:sp>
      <p:sp>
        <p:nvSpPr>
          <p:cNvPr id="107" name="Google Shape;107;p5"/>
          <p:cNvSpPr/>
          <p:nvPr/>
        </p:nvSpPr>
        <p:spPr>
          <a:xfrm>
            <a:off x="548640" y="1234440"/>
            <a:ext cx="3017520" cy="324612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5087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822960" y="2148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547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數據搜尋 / 分析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22960" y="2560320"/>
            <a:ext cx="2514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前身 KOL Radar，台灣 iKala 旗下 AI 網紅數據平台，資料庫已覆蓋香港、台灣、日本及東南亞。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393192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主要功能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4297680" y="17373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輸入關鍵字，AI 自動延伸需求標籤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2350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4297680" y="22860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推薦網紅名單並附推薦原因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2898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4297680" y="283464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以人找人：搵調性相近嘅網紅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3447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4297680" y="338328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合作前後成效評估及報告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3931920" y="4069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適合：</a:t>
            </a:r>
            <a:r>
              <a:rPr b="0" i="0" lang="en-US" sz="13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想用數據揀人、做跨地區推廣嘅品牌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1" name="Google Shape;121;p5"/>
          <p:cNvSpPr txBox="1"/>
          <p:nvPr>
            <p:ph idx="4294967295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icrosoft JhengHei"/>
              <a:buNone/>
            </a:pPr>
            <a:r>
              <a:rPr b="1" lang="en-US" sz="3000">
                <a:solidFill>
                  <a:schemeClr val="dk2"/>
                </a:solidFill>
              </a:rPr>
              <a:t>AnyTag 同官方市集：大預算 vs 原生渠道</a:t>
            </a:r>
            <a:endParaRPr sz="3000"/>
          </a:p>
        </p:txBody>
      </p:sp>
      <p:sp>
        <p:nvSpPr>
          <p:cNvPr id="128" name="Google Shape;128;p6"/>
          <p:cNvSpPr/>
          <p:nvPr/>
        </p:nvSpPr>
        <p:spPr>
          <a:xfrm>
            <a:off x="548640" y="1234440"/>
            <a:ext cx="3931920" cy="3246120"/>
          </a:xfrm>
          <a:prstGeom prst="roundRect">
            <a:avLst>
              <a:gd fmla="val 33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371600" y="14630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AnyTag（AnyMind Group）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822960" y="205740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前身 CastingAsia，亞洲大型網紅平台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網紅搜尋、campaign 管理、成效數據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每年出亞洲網紅市場報告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822960" y="3886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適合：</a:t>
            </a:r>
            <a:r>
              <a:rPr b="0" i="0" lang="en-US" sz="13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有一定預算、跨國推廣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63440" y="1234440"/>
            <a:ext cx="3931920" cy="3246120"/>
          </a:xfrm>
          <a:prstGeom prst="roundRect">
            <a:avLst>
              <a:gd fmla="val 33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5486400" y="14630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社交平台官方市集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4937760" y="205740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Instagram Creator Marketplace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TikTok 創作者合作平台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小紅書「蒲公英」（主打內地網紅）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4937760" y="3886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適合：</a:t>
            </a:r>
            <a:r>
              <a:rPr b="0" i="0" lang="en-US" sz="13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想直接喺單一平台搵創作者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官方市集名稱及香港開放情況請以各平台最新公布為準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9" name="Google Shape;139;p6"/>
          <p:cNvSpPr txBox="1"/>
          <p:nvPr>
            <p:ph idx="4294967295" type="sldNum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icrosoft JhengHei"/>
              <a:buNone/>
            </a:pPr>
            <a:r>
              <a:rPr b="1" lang="en-US" sz="4000">
                <a:solidFill>
                  <a:schemeClr val="lt1"/>
                </a:solidFill>
              </a:rPr>
              <a:t>點樣揀？</a:t>
            </a:r>
            <a:endParaRPr sz="4000"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en-US" sz="1600">
                <a:solidFill>
                  <a:schemeClr val="accent2"/>
                </a:solidFill>
              </a:rPr>
              <a:t>按預算同需要對號入座</a:t>
            </a:r>
            <a:endParaRPr sz="1600"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548640" y="3520440"/>
            <a:ext cx="1874520" cy="1097280"/>
          </a:xfrm>
          <a:prstGeom prst="roundRect">
            <a:avLst>
              <a:gd fmla="val 8333" name="adj"/>
            </a:avLst>
          </a:prstGeom>
          <a:solidFill>
            <a:srgbClr val="3A2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731520" y="36393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預算細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731520" y="3977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Collabstr / Affiliate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606040" y="3520440"/>
            <a:ext cx="1874520" cy="1097280"/>
          </a:xfrm>
          <a:prstGeom prst="roundRect">
            <a:avLst>
              <a:gd fmla="val 8333" name="adj"/>
            </a:avLst>
          </a:prstGeom>
          <a:solidFill>
            <a:srgbClr val="3A2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2788920" y="36393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要數據揀人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2788920" y="3977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Kolr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663440" y="3520440"/>
            <a:ext cx="1874520" cy="1097280"/>
          </a:xfrm>
          <a:prstGeom prst="roundRect">
            <a:avLst>
              <a:gd fmla="val 8333" name="adj"/>
            </a:avLst>
          </a:prstGeom>
          <a:solidFill>
            <a:srgbClr val="3A2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4846320" y="36393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大預算跨國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4846320" y="3977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AnyTag 或 Agency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720840" y="3520440"/>
            <a:ext cx="1874520" cy="1097280"/>
          </a:xfrm>
          <a:prstGeom prst="roundRect">
            <a:avLst>
              <a:gd fmla="val 8333" name="adj"/>
            </a:avLst>
          </a:prstGeom>
          <a:solidFill>
            <a:srgbClr val="3A2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6903720" y="36393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小貼士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903720" y="39776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Nano / Micro 網紅互動率通常更高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tor Plum">
  <a:themeElements>
    <a:clrScheme name="Creator Plum">
      <a:dk1>
        <a:srgbClr val="1F1A2B"/>
      </a:dk1>
      <a:lt1>
        <a:srgbClr val="FFFFFF"/>
      </a:lt1>
      <a:dk2>
        <a:srgbClr val="2A1E3F"/>
      </a:dk2>
      <a:lt2>
        <a:srgbClr val="F4F1F8"/>
      </a:lt2>
      <a:accent1>
        <a:srgbClr val="FF5A5F"/>
      </a:accent1>
      <a:accent2>
        <a:srgbClr val="FFB547"/>
      </a:accent2>
      <a:accent3>
        <a:srgbClr val="2BB8A6"/>
      </a:accent3>
      <a:accent4>
        <a:srgbClr val="7A5CFA"/>
      </a:accent4>
      <a:accent5>
        <a:srgbClr val="8C8597"/>
      </a:accent5>
      <a:accent6>
        <a:srgbClr val="E8E3F0"/>
      </a:accent6>
      <a:hlink>
        <a:srgbClr val="7A5CFA"/>
      </a:hlink>
      <a:folHlink>
        <a:srgbClr val="8C85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ator Plum">
  <a:themeElements>
    <a:clrScheme name="Creator Plum">
      <a:dk1>
        <a:srgbClr val="1F1A2B"/>
      </a:dk1>
      <a:lt1>
        <a:srgbClr val="FFFFFF"/>
      </a:lt1>
      <a:dk2>
        <a:srgbClr val="2A1E3F"/>
      </a:dk2>
      <a:lt2>
        <a:srgbClr val="F4F1F8"/>
      </a:lt2>
      <a:accent1>
        <a:srgbClr val="FF5A5F"/>
      </a:accent1>
      <a:accent2>
        <a:srgbClr val="FFB547"/>
      </a:accent2>
      <a:accent3>
        <a:srgbClr val="2BB8A6"/>
      </a:accent3>
      <a:accent4>
        <a:srgbClr val="7A5CFA"/>
      </a:accent4>
      <a:accent5>
        <a:srgbClr val="8C8597"/>
      </a:accent5>
      <a:accent6>
        <a:srgbClr val="E8E3F0"/>
      </a:accent6>
      <a:hlink>
        <a:srgbClr val="7A5CFA"/>
      </a:hlink>
      <a:folHlink>
        <a:srgbClr val="8C85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2026-10-13T07:09:36Z</dcterms:created>
  <dc:creator>PptxGenJS</dc:creator>
</cp:coreProperties>
</file>